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822960"/>
            <a:ext cx="109728" cy="5029200"/>
          </a:xfrm>
          <a:prstGeom prst="rect">
            <a:avLst/>
          </a:prstGeom>
          <a:solidFill>
            <a:srgbClr val="27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14300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WEB DEVELOPMENT</a:t>
            </a:r>
            <a:br/>
            <a:r>
              <a:t>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27889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AACDF0"/>
                </a:solidFill>
                <a:latin typeface="Aptos"/>
              </a:defRPr>
            </a:pPr>
            <a:r>
              <a:t>Thiranex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Internship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4069080"/>
            <a:ext cx="9601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Aryan Pratap Singh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MCA — 3rd Semester | IILM University, Greater Noida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Internship: 31 August 2026 – 30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C76"/>
                </a:solidFill>
                <a:latin typeface="Aptos"/>
              </a:defRPr>
            </a:pPr>
            <a:r>
              <a:t>Thiranex Web Development Internship  |  Aryan Pratap Singh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Internship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C76"/>
                </a:solidFill>
                <a:latin typeface="Aptos"/>
              </a:defRPr>
            </a:pPr>
            <a:r>
              <a:t>Key details from the internship report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42900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73351"/>
            <a:ext cx="30266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D4A"/>
                </a:solidFill>
                <a:latin typeface="Aptos"/>
              </a:defRPr>
            </a:pPr>
            <a:r>
              <a:t>Student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67128"/>
            <a:ext cx="30266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2D"/>
                </a:solidFill>
                <a:latin typeface="Aptos"/>
              </a:defRPr>
            </a:pPr>
            <a:r>
              <a:t>Aryan Pratap Singh</a:t>
            </a:r>
            <a:br/>
            <a:r>
              <a:t>Roll No. 25SCS2040004050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42900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673351"/>
            <a:ext cx="30266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D4A"/>
                </a:solidFill>
                <a:latin typeface="Aptos"/>
              </a:defRPr>
            </a:pPr>
            <a:r>
              <a:t>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167128"/>
            <a:ext cx="30266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2D"/>
                </a:solidFill>
                <a:latin typeface="Aptos"/>
              </a:defRPr>
            </a:pPr>
            <a:r>
              <a:t>IILM University, Greater Noida</a:t>
            </a:r>
            <a:br/>
            <a:r>
              <a:t>MCA — 3rd Semester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08760"/>
            <a:ext cx="342900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1673351"/>
            <a:ext cx="30266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D4A"/>
                </a:solidFill>
                <a:latin typeface="Aptos"/>
              </a:defRPr>
            </a:pPr>
            <a:r>
              <a:t>Organization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2167128"/>
            <a:ext cx="30266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2D"/>
                </a:solidFill>
                <a:latin typeface="Aptos"/>
              </a:defRPr>
            </a:pPr>
            <a:r>
              <a:t>Thiranex</a:t>
            </a:r>
            <a:br/>
            <a:r>
              <a:t>Skill Development &amp; Future Tech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20440"/>
            <a:ext cx="342900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3685032"/>
            <a:ext cx="30266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D4A"/>
                </a:solidFill>
                <a:latin typeface="Aptos"/>
              </a:defRPr>
            </a:pPr>
            <a:r>
              <a:t>Role &amp;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178808"/>
            <a:ext cx="30266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2D"/>
                </a:solidFill>
                <a:latin typeface="Aptos"/>
              </a:defRPr>
            </a:pPr>
            <a:r>
              <a:t>Intern — Web Development</a:t>
            </a:r>
            <a:br/>
            <a:r>
              <a:t>Remote / Project-Based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520440"/>
            <a:ext cx="342900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8" y="3685032"/>
            <a:ext cx="30266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D4A"/>
                </a:solidFill>
                <a:latin typeface="Aptos"/>
              </a:defRPr>
            </a:pPr>
            <a:r>
              <a:t>Duration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8" y="4178808"/>
            <a:ext cx="30266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2D"/>
                </a:solidFill>
                <a:latin typeface="Aptos"/>
              </a:defRPr>
            </a:pPr>
            <a:r>
              <a:t>31 August 2026</a:t>
            </a:r>
            <a:br/>
            <a:r>
              <a:t>30 September 2026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520440"/>
            <a:ext cx="342900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0768" y="3685032"/>
            <a:ext cx="30266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D4A"/>
                </a:solidFill>
                <a:latin typeface="Aptos"/>
              </a:defRPr>
            </a:pPr>
            <a:r>
              <a:t>Intern 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0768" y="4178808"/>
            <a:ext cx="30266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2D"/>
                </a:solidFill>
                <a:latin typeface="Aptos"/>
              </a:defRPr>
            </a:pPr>
            <a:r>
              <a:t>THX-AUG3126-074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C76"/>
                </a:solidFill>
                <a:latin typeface="Aptos"/>
              </a:defRPr>
            </a:pPr>
            <a:r>
              <a:t>Thiranex Web Development Internship  |  Aryan Pratap Singh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About Thiranex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  <a:latin typeface="Aptos"/>
              </a:defRPr>
            </a:pPr>
            <a:r>
              <a:t>• Thiranex is a skill development and future technology-focused organization.</a:t>
            </a:r>
          </a:p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  <a:latin typeface="Aptos"/>
              </a:defRPr>
            </a:pPr>
            <a:r>
              <a:t>• It provides virtual, project-based internships to students.</a:t>
            </a:r>
          </a:p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  <a:latin typeface="Aptos"/>
              </a:defRPr>
            </a:pPr>
            <a:r>
              <a:t>• The Web Development internship provides hands-on experience with front-end and full-stack development tasks.</a:t>
            </a:r>
          </a:p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  <a:latin typeface="Aptos"/>
              </a:defRPr>
            </a:pPr>
            <a:r>
              <a:t>• Work is carried out remotely through self-paced project modules under industry mentorship.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C76"/>
                </a:solidFill>
                <a:latin typeface="Aptos"/>
              </a:defRPr>
            </a:pPr>
            <a:r>
              <a:t>Thiranex Web Development Internship  |  Aryan Pratap Singh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Objectives of the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• Gain practical, hands-on web development experience beyond classroom learning.</a:t>
            </a:r>
          </a:p>
          <a:p>
            <a:pPr>
              <a:spcAft>
                <a:spcPts val="12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• Apply HTML, CSS and JavaScript concepts to functional, real-world web applications.</a:t>
            </a:r>
          </a:p>
          <a:p>
            <a:pPr>
              <a:spcAft>
                <a:spcPts val="12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• Understand responsive design, accessibility standards and modern front-end architecture.</a:t>
            </a:r>
          </a:p>
          <a:p>
            <a:pPr>
              <a:spcAft>
                <a:spcPts val="12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• Work with APIs and asynchronous JavaScript for dynamic, data-driven applications.</a:t>
            </a:r>
          </a:p>
          <a:p>
            <a:pPr>
              <a:spcAft>
                <a:spcPts val="12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• Learn project structuring, deployment and industry-aligned development practices.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C76"/>
                </a:solidFill>
                <a:latin typeface="Aptos"/>
              </a:defRPr>
            </a:pPr>
            <a:r>
              <a:t>Thiranex Web Development Internship  |  Aryan Pratap Singh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Scope of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C76"/>
                </a:solidFill>
                <a:latin typeface="Aptos"/>
              </a:defRPr>
            </a:pPr>
            <a:r>
              <a:t>Five progressive project-based modules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27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307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D4A"/>
                </a:solidFill>
              </a:defRPr>
            </a:pPr>
            <a:r>
              <a:t>HTML5 &amp; Accessibility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307592"/>
            <a:ext cx="7223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82D"/>
                </a:solidFill>
              </a:defRPr>
            </a:pPr>
            <a:r>
              <a:t>Semantic HTML, ARIA roles, WCAG-compliant markup, SEO and accessible forms.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258568"/>
            <a:ext cx="502920" cy="502920"/>
          </a:xfrm>
          <a:prstGeom prst="ellipse">
            <a:avLst/>
          </a:prstGeom>
          <a:solidFill>
            <a:srgbClr val="27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5000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40279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D4A"/>
                </a:solidFill>
              </a:defRPr>
            </a:pPr>
            <a:r>
              <a:t>Advanced CSS3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240279"/>
            <a:ext cx="7223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82D"/>
                </a:solidFill>
              </a:defRPr>
            </a:pPr>
            <a:r>
              <a:t>Responsive design using Grid/Flexbox, mobile-first layout and theming.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191256"/>
            <a:ext cx="502920" cy="502920"/>
          </a:xfrm>
          <a:prstGeom prst="ellipse">
            <a:avLst/>
          </a:prstGeom>
          <a:solidFill>
            <a:srgbClr val="27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8269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17296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D4A"/>
                </a:solidFill>
              </a:defRPr>
            </a:pPr>
            <a:r>
              <a:t>JavaScript &amp;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172968"/>
            <a:ext cx="7223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82D"/>
                </a:solidFill>
              </a:defRPr>
            </a:pPr>
            <a:r>
              <a:t>CRUD To-Do application, local storage, filtering and dynamic DOM updates.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4123944"/>
            <a:ext cx="502920" cy="502920"/>
          </a:xfrm>
          <a:prstGeom prst="ellipse">
            <a:avLst/>
          </a:prstGeom>
          <a:solidFill>
            <a:srgbClr val="27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215383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105656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D4A"/>
                </a:solidFill>
              </a:defRPr>
            </a:pPr>
            <a:r>
              <a:t>Async JS &amp; APIs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4105656"/>
            <a:ext cx="7223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82D"/>
                </a:solidFill>
              </a:defRPr>
            </a:pPr>
            <a:r>
              <a:t>Weather Dashboard using Fetch API, async/await, JSON and city search.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5056632"/>
            <a:ext cx="502920" cy="502920"/>
          </a:xfrm>
          <a:prstGeom prst="ellipse">
            <a:avLst/>
          </a:prstGeom>
          <a:solidFill>
            <a:srgbClr val="27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4807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038344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D4A"/>
                </a:solidFill>
              </a:defRPr>
            </a:pPr>
            <a:r>
              <a:t>Deployment &amp;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5038344"/>
            <a:ext cx="7223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82D"/>
                </a:solidFill>
              </a:defRPr>
            </a:pPr>
            <a:r>
              <a:t>E-commerce-style capstone with modular frontend, routing and live deployment.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C76"/>
                </a:solidFill>
                <a:latin typeface="Aptos"/>
              </a:defRPr>
            </a:pPr>
            <a:r>
              <a:t>Thiranex Web Development Internship  |  Aryan Pratap Singh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Major Projects Completed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34924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536192"/>
            <a:ext cx="494690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D4A"/>
                </a:solidFill>
                <a:latin typeface="Aptos"/>
              </a:defRPr>
            </a:pPr>
            <a:r>
              <a:t>Portfolio Website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029967"/>
            <a:ext cx="494690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2D"/>
                </a:solidFill>
                <a:latin typeface="Aptos"/>
              </a:defRPr>
            </a:pPr>
            <a:r>
              <a:t>Multi-page portfolio built with semantic HTML5, accessibility features, SEO meta tags and an accessible contact 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34924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536192"/>
            <a:ext cx="494690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D4A"/>
                </a:solidFill>
                <a:latin typeface="Aptos"/>
              </a:defRPr>
            </a:pPr>
            <a:r>
              <a:t>Responsive Portfolio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2029967"/>
            <a:ext cx="494690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2D"/>
                </a:solidFill>
                <a:latin typeface="Aptos"/>
              </a:defRPr>
            </a:pPr>
            <a:r>
              <a:t>Redesigned using CSS Grid and Flexbox with a mobile-first layout and dark/light mode theming.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20440"/>
            <a:ext cx="534924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685032"/>
            <a:ext cx="494690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D4A"/>
                </a:solidFill>
                <a:latin typeface="Aptos"/>
              </a:defRPr>
            </a:pPr>
            <a:r>
              <a:t>To-Do List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4178808"/>
            <a:ext cx="494690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2D"/>
                </a:solidFill>
                <a:latin typeface="Aptos"/>
              </a:defRPr>
            </a:pPr>
            <a:r>
              <a:t>Implemented CRUD functionality, local storage persistence, task filtering and dynamic DOM updates.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520440"/>
            <a:ext cx="534924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3685032"/>
            <a:ext cx="494690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D4A"/>
                </a:solidFill>
                <a:latin typeface="Aptos"/>
              </a:defRPr>
            </a:pPr>
            <a:r>
              <a:t>Weather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4178808"/>
            <a:ext cx="494690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2D"/>
                </a:solidFill>
                <a:latin typeface="Aptos"/>
              </a:defRPr>
            </a:pPr>
            <a:r>
              <a:t>Used Fetch API and async/await to consume a public weather API, parse JSON and support city-based search.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C76"/>
                </a:solidFill>
                <a:latin typeface="Aptos"/>
              </a:defRPr>
            </a:pPr>
            <a:r>
              <a:t>Thiranex Web Development Internship  |  Aryan Pratap Singh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Capstone: Full-Stack Deployment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  <a:latin typeface="Aptos"/>
              </a:defRPr>
            </a:pPr>
            <a:r>
              <a:t>• Completed an e-commerce-style capstone application.</a:t>
            </a:r>
          </a:p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  <a:latin typeface="Aptos"/>
              </a:defRPr>
            </a:pPr>
            <a:r>
              <a:t>• Used a modular frontend project structure.</a:t>
            </a:r>
          </a:p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  <a:latin typeface="Aptos"/>
              </a:defRPr>
            </a:pPr>
            <a:r>
              <a:t>• Implemented client-side routing.</a:t>
            </a:r>
          </a:p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  <a:latin typeface="Aptos"/>
              </a:defRPr>
            </a:pPr>
            <a:r>
              <a:t>• Deployed the project to a live hosting environment.</a:t>
            </a:r>
          </a:p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  <a:latin typeface="Aptos"/>
              </a:defRPr>
            </a:pPr>
            <a:r>
              <a:t>• The capstone brought together the skills developed across the earlier modules.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C76"/>
                </a:solidFill>
                <a:latin typeface="Aptos"/>
              </a:defRPr>
            </a:pPr>
            <a:r>
              <a:t>Thiranex Web Development Internship  |  Aryan Pratap Singh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Skills &amp; Technologies Used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490472"/>
            <a:ext cx="48097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D4A"/>
                </a:solidFill>
                <a:latin typeface="Aptos"/>
              </a:defRPr>
            </a:pPr>
            <a:r>
              <a:t>HTML5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84248"/>
            <a:ext cx="4809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2D"/>
                </a:solidFill>
                <a:latin typeface="Aptos"/>
              </a:defRPr>
            </a:pPr>
            <a:r>
              <a:t>Semantic elements • ARIA • SEO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25880"/>
            <a:ext cx="521208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1490472"/>
            <a:ext cx="48097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D4A"/>
                </a:solidFill>
                <a:latin typeface="Aptos"/>
              </a:defRPr>
            </a:pPr>
            <a:r>
              <a:t>CSS3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1984248"/>
            <a:ext cx="4809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2D"/>
                </a:solidFill>
                <a:latin typeface="Aptos"/>
              </a:defRPr>
            </a:pPr>
            <a:r>
              <a:t>Flexbox • Grid • Responsive/mobile-first design • Theming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34639"/>
            <a:ext cx="521208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999232"/>
            <a:ext cx="48097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D4A"/>
                </a:solidFill>
                <a:latin typeface="Aptos"/>
              </a:defRPr>
            </a:pPr>
            <a:r>
              <a:t>JavaScript (ES6+)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493007"/>
            <a:ext cx="4809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2D"/>
                </a:solidFill>
                <a:latin typeface="Aptos"/>
              </a:defRPr>
            </a:pPr>
            <a:r>
              <a:t>DOM manipulation • State management • Local storage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834639"/>
            <a:ext cx="521208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2999232"/>
            <a:ext cx="48097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D4A"/>
                </a:solidFill>
                <a:latin typeface="Aptos"/>
              </a:defRPr>
            </a:pPr>
            <a:r>
              <a:t>Asynchronous JavaScript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3493007"/>
            <a:ext cx="4809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2D"/>
                </a:solidFill>
                <a:latin typeface="Aptos"/>
              </a:defRPr>
            </a:pPr>
            <a:r>
              <a:t>Fetch API • async/await • JSON handling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43400"/>
            <a:ext cx="521208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507992"/>
            <a:ext cx="48097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D4A"/>
                </a:solidFill>
                <a:latin typeface="Aptos"/>
              </a:defRPr>
            </a:pPr>
            <a:r>
              <a:t>Development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001768"/>
            <a:ext cx="4809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2D"/>
                </a:solidFill>
                <a:latin typeface="Aptos"/>
              </a:defRPr>
            </a:pPr>
            <a:r>
              <a:t>Version control • Deployment workflows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C76"/>
                </a:solidFill>
                <a:latin typeface="Aptos"/>
              </a:defRPr>
            </a:pPr>
            <a:r>
              <a:t>Thiranex Web Development Internship  |  Aryan Pratap Singh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t>• Practical exposure to accessible and responsive web interfaces.</a:t>
            </a:r>
          </a:p>
          <a:p>
            <a:pPr>
              <a:spcAft>
                <a:spcPts val="12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t>• Improved ability to manage application state with JavaScript.</a:t>
            </a:r>
          </a:p>
          <a:p>
            <a:pPr>
              <a:spcAft>
                <a:spcPts val="12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t>• Experience integrating external APIs into front-end applications.</a:t>
            </a:r>
          </a:p>
          <a:p>
            <a:pPr>
              <a:spcAft>
                <a:spcPts val="12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t>• Stronger problem-solving and code organization skills.</a:t>
            </a:r>
          </a:p>
          <a:p>
            <a:pPr>
              <a:spcAft>
                <a:spcPts val="12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t>• Better understanding of the complete web development lifecycle—from planning and structuring to deployment.</a:t>
            </a:r>
          </a:p>
          <a:p>
            <a:pPr>
              <a:spcAft>
                <a:spcPts val="12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t>• Improved confidence in independently building and deploying web applications.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C76"/>
                </a:solidFill>
                <a:latin typeface="Aptos"/>
              </a:defRPr>
            </a:pPr>
            <a:r>
              <a:t>Thiranex Web Development Internship  |  Aryan Pratap Singh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  <a:latin typeface="Aptos"/>
              </a:defRPr>
            </a:pPr>
            <a:r>
              <a:t>• The Thiranex internship provided a valuable, industry-oriented learning experience alongside the MCA program.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  <a:latin typeface="Aptos"/>
              </a:defRPr>
            </a:pPr>
            <a:r>
              <a:t>• The progressive project modules strengthened practical front-end and full-stack development skills.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  <a:latin typeface="Aptos"/>
              </a:defRPr>
            </a:pPr>
            <a:r>
              <a:t>• The internship improved confidence in independently building and deploying web applications.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920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2766AB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C76"/>
                </a:solidFill>
                <a:latin typeface="Aptos"/>
              </a:defRPr>
            </a:pPr>
            <a:r>
              <a:t>Thiranex Web Development Internship  |  Aryan Pratap Singh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2D"/>
                </a:solidFill>
                <a:latin typeface="Aptos"/>
              </a:defRPr>
            </a:pPr>
            <a:r>
              <a:t>• Thiranex Official Website — www.thiranex.in</a:t>
            </a:r>
          </a:p>
          <a:p>
            <a:pPr>
              <a:spcAft>
                <a:spcPts val="1200"/>
              </a:spcAft>
              <a:defRPr sz="2000">
                <a:solidFill>
                  <a:srgbClr val="23282D"/>
                </a:solidFill>
                <a:latin typeface="Aptos"/>
              </a:defRPr>
            </a:pPr>
            <a:r>
              <a:t>• MDN Web Docs — developer.mozilla.org</a:t>
            </a:r>
          </a:p>
          <a:p>
            <a:pPr>
              <a:spcAft>
                <a:spcPts val="1200"/>
              </a:spcAft>
              <a:defRPr sz="2000">
                <a:solidFill>
                  <a:srgbClr val="23282D"/>
                </a:solidFill>
                <a:latin typeface="Aptos"/>
              </a:defRPr>
            </a:pPr>
            <a:r>
              <a:t>• W3C Web Accessibility Initiative (WAI) Guidelines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C76"/>
                </a:solidFill>
                <a:latin typeface="Aptos"/>
              </a:defRPr>
            </a:pPr>
            <a:r>
              <a:t>Thiranex Web Development Internship  |  Aryan Pratap Singh  |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